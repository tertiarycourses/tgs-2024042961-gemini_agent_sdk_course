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829800" y="603504"/>
            <a:ext cx="1691640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713232"/>
            <a:ext cx="16916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1207008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AGENT ADK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Develop Multi AI Agent Applications with Gemini Agent ADK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TGS-2024042961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v1.1  ·  11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 times a day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AM, PM and Assessment digital attendance — mandatory for every WSQ-funded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Trainer shows the QR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digital attendance QR code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Generative AI, Large Language Models, agentic AI systems and applied machine learning.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AI, LLM application development, prompt engineering and data science.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name, organisation and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Python, APIs and Generative AI tools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would like to automate or build with AI agents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LMS / TMS  ·  lms-tms.tertiaryinfotech.com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Your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 · Go to the LMS portal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Open https://lms-tms.tertiaryinfotech.com in your browser.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 · Log 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Sign in with the account e-mail you used to register for this course.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3 · Open this course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'Develop Multi AI Agent Applications with Gemini Agent ADK'.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4 · Download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Download the Trainer Slides, Learner Guide and Lesson Plan (PDF).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5 · Get the labs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Clone the lab repository from GitHub — the link is on the course page.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6 · Keep them open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may use these materials during the open-book assessment.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SKILLS FRAMEWORK  ·  TSC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Artificial Intelligence Application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AER-TEM-4026-1.1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A1 / A2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Analyse algorithms in AI applications; correlate algorithm design with efficiency.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A3 / A4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Identify and compare the strengths and limitations of AI applications.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A5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Assess the feasibility of AI applications for engineering processes.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A6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Assess the improvements AI applications bring to engineering processes.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Agentic AI foundations with Gemini ADK — first agents, tools, sessions and multi-agent handoff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Digital Attendance (AM) · Introductions · Learning Outcomes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Overview of Agentic AI in Gemini ADK (Labs 1–4)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Lunch Break · Digital Attendance (PM)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Build A Multi Agent App with Gemini ADK begins (Labs 5–8)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Multi-agent systems, agentic RAG and shipping an agent app with Streamlit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 continues (Labs 9–12)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Build Agentic AI RAG in Gemini ADK (Labs 13–15)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Agentic AI App with Streamlit (Labs 16–18)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TRAQOM Survey · Digital Attendance (Assessment)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Final Assessment (WA + PP)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· Analyse LLM applications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Analyze the range of LLM applications using Generative AI and identify their industrial use cases.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· Establish Gemini designs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Establish Google Gemini GAI designs and assess improvements on engineering processes.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· Develop LLM applications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Develop LLM applications with the Agent Development Kit and assess their feasibility.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LO4 · Evaluate RAG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Evaluate the performance effectiveness of Retrieval Augmented Generation.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FOUR TOPICS  ·  18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1 — Overview of Agentic AI in Gemini ADK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LLM &amp; agentic AI foundations · the Gemini model family · ADK architecture · your first agent · tools.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63240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2 — Build A Multi Agent App with Gemini ADK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Sessions &amp; state · handoff · sub-agents · workflow agents · guardrails · structured output · MCP.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3 — Build Agentic AI RAG in Gemini ADK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RAG pipeline · loading &amp; splitting · embeddings · vector stores · retrieval · evaluation.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67528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4 — Agentic AI App with Gemini ADK and Streamlit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YAML agents · Streamlit chat UI · async Runner · deployment and feasibility · capstone.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BEFORE YOU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 · Clear your desk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Don't · No recording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Don't · No discussion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 individually — no discussion during the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 · Black or blue pen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 black or blue pen for hard-copy assessments.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Don't · No correction fluid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liquid paper or correction tape may be used.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 · Stop on time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Written Assessment (WA)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Short-Answer Questions (SAQ) · 1 hour · open book. Tests the underpinning knowledge taught in the slides.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Hands-on Gemini ADK agent build tasks · 1 hour · open book. Tests the ability you built in the labs.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may use the course slides, the Learner Guide and approved materials only.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Result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are assessed as Competent (C) or Not Yet Competent (NYC) on each instrument.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Appeals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appeal process is available if you wish to contest an assessment outcome.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WSQ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Criteria for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attendance rate of 75%, based on the SSG Digital Attendance record.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both assessment components and be assessed as 'Competent'.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Digital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SSG QR code for AM, PM and Assessment on every training day.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TRAQOM survey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the mandatory TRAQOM course feedback survey on the LMS.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Before We 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Google account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Sign in to Google AI Studio at https://aistudio.google.com to create a free API key.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Python 3.13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Install Python 3.13 and the uv package manager for the lab environment.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Lab repository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Clone the course labs from GitHub — the link is on your LMS course page.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Editor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VS Code or any editor you are comfortable with for editing agent.py files.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Optional keys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OpenWeather and Tavily free API keys are used by the tool-calling labs.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ADK docs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Bookmark the official ADK documentation at https://google.github.io/adk-docs/.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From Large Language Models to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Large Language Model?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model of language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 LLM such as Gemini, GPT-4 or Claude is trained to understand and generate human language.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Why 'large'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Large in both the volume of training data and the model's complexity — hundreds of billions of parameters.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Autoregressive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predicts the next token, one token at a time, conditioned on everything written so far.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Trained then inferred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Training builds the model from a huge corpus; inference is the prompt-and-response you use every day.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AUTOREGRESSIVE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an LLM Produces an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Your prompt is broken into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model attends over the full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It predicts the most likely next 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token is appended and the loop repeats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Generation stops at a stop token or limit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WHERE LLMs ARE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Opportunities of LLM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Content creation and writing assistance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85074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Customer support and chatbots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70479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279623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Language translation and localisation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70479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70479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2772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279623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Educational and tutoring tools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62651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371795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Business intelligence and analytics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362651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362651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369417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371795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Coding and software development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4822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463966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Legal and compliance assistance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454822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87668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7668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9188" y="463966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Healthcare and clinical documentation support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46994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64792" y="556138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Enhanced search and knowledge discovery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1636" y="546994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31636" y="546994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87668" y="553760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87668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19188" y="556138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Accessibility for persons with disabilities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INDUSTRIAL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Industry Use Cases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Finance &amp; Legal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Automated financial reporting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Risk assessment and analysis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Fraud detection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Contract review and drafting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Regulatory compliance monitoring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Marketing &amp; eCommerce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Content and copy generation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Personalised recommendations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Customer sentiment analysis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SEO and campaign optimisation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Product description generation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Education &amp; Healthcare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Personalised learning assistance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Automated grading and feedback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Clinical documentation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Medical imaging support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Virtual health assistants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Popular Large Language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Google Gemini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Natively multimodal; Ultra, Pro, Flash and Nano variants — the model family used in this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OpenAI GPT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Widely adopted general-purpose family; reachable from ADK through the LiteLlm wrapper.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Anthropic Claude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Strong long-context reasoning and writing; also reachable through LiteLlm.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Open models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Meta Llama and Mistral can be self-hosted or run locally through Ollama for data-residency needs.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An LLM answers. An agent 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Agentic AI adds reasoning, memory, tool use and autonomy on top of a language model — so it can complete tasks, not just produce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SIX INGREDIENTS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Makes a System 'Agentic'?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Reasoning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model plans a sequence of steps instead of answering in one shot.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 use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It calls functions and APIs to fetch live data or take real actions.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Memory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Session state lets it carry context across many turns of a conversation.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Autonomy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It decides which tool or which specialist agent handles the request.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Collaboration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Multiple specialised agents divide the work and hand off between themselves.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Guardrails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Callbacks and policies constrain what the agent is allowed to do.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ARCHITECTURE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Single Agent vs Multi-Agent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Scalable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Single agent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One instruction, one set of tools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Simple to build and to debug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Instruction grows unwieldy as scope widens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Best for a narrow, well-defined job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Multi-agent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Each specialist has its own instruction and tools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Scales to broad problem domains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Routing and handoff must be designed carefully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Best for varied requests across several sub-domains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MODEL BEHIND ADK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Gemini?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Built by Google DeepMind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Gemini is Google's flagship model family, built from the ground up for multimodality.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Natively multimodal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reasons across text, images, video, audio and code in a single model.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Long context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Very large context windows allow whole documents, codebases and videos in one prompt.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Tool-ready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Native function calling makes Gemini a natural fit for agentic applications.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CHOOSING 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Gemini Model Family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mid-tier, balanced option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Strong reasoning, broad multimodal skill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Optimised for performance, cost and latency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default choice for most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Lightweight and fast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Optimised for speed and efficiency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Low cost per call at high volume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Used in most labs in this course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Ultra &amp; Nano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Ultra: the most capable, for highly complex tasks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Nano: the most efficient, runs on-device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Nano targets mobile and offline scenarios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Choose by task complexity and where it runs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GEMINI GAI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Parameters You Can Tune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Temperature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Controls randomness. Low values give focused, repeatable answers; high values give creative, varied 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Top-K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Restricts sampling to the K most probable next tokens. Top-K of 1 always picks the single most likely token.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Top-P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Samples from the smallest set of tokens whose probabilities sum to P — a dynamic alternative to Top-K.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Max output tokens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Caps the length of the response, which directly caps cost.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Stop sequences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Strings that end generation immediately when produced — useful for structured formats.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Safety settings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Thresholds that filter harmful content across several harm categories.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1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the Agent Development Kit (ADK)?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Open-source framework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Google's Python framework for building, evaluating and deploying AI agents.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Model-agnostic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Runs on Gemini natively, and on OpenAI, Anthropic or local models through LiteLlm.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Batteries included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Sessions, tools, callbacks, multi-agent orchestration and evaluation are all built 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Developer UI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adk web gives you a local browser IDE that shows every event, tool call and trace.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THE SIX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Anatomy of an ADK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Which LLM powers the agent — for example gemini-2.0-flash.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unique identifier used in traces and in agent-to-agent transfers.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description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this agent is for. A parent agent reads this to decide whether to hand off to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instruction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system prompt: the agent's role, rules, tone and boundaries.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Python functions the agent may call to fetch data or take action.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sub_agents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Specialist agents this agent may transfer control to.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HOW A TURN EXECUTES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ADK Agent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User message enters the Runner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Session history is loaded as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model reasons and may emit a tool 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tool runs and its result returns to the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final response is streamed back and stored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Overview of Agentic AI in Gemini ADK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LLM &amp; agentic AI foundations · Gemini model family · ADK architecture · first agent ·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Overview of Agentic AI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Large Language Model (LLM) is trained on very large text corpora and generates language autoregressively, one token at a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Agentic AI adds reasoning, memory, tool use and autonomy on top of an LLM, so the model can act, not just answer.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Gemini is Google DeepMind's natively multimodal model family — Ultra, Pro, Flash and Nano — reasoning across text, image, video, audio and code.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Agent Development Kit (ADK) is Google's open-source Python framework for building, evaluating and deploying agents.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Overview of Agentic AI in Gemini ADK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ADK Agent is defined by four things: a model, a name, a description and an instruction.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Tools are ordinary Python functions the agent may call; the docstring and type hints tell the model when and how to call them.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adk web launches a local browser IDE for chatting with an agent and inspecting every event, tool call and trace.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LiteLlm lets an ADK agent run on non-Gemini models (OpenAI, Anthropic, Ollama) without changing agent code.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Overview of Agentic AI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Set Up the Gemini ADK Environment and Get an API Key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Your First ADK Agent — A Retail Banking Assistant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 an Agent Tools — Live Weather and Web Search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Swap the Model — Running an ADK Agent on a Non-Gemini 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the Gemini ADK Environment and Get an API Key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Install the Agent Development Kit toolchain with uv, obtain a free Google AI Studio API key, and store it safely in a .env file so every agent in the course can authenticate.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working Python 3.13 project with google-adk installed and a validated GOOGLE_API_KEY.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 AI Studio, uv, Python 3.13, google-adk, python-dotenv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the Gemini ADK Environment and Get an API Key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uv run adk --help prints the ADK usage banner listing the run, web and eval sub-commands, and no ModuleNotFoundError is raised.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Your First ADK Agent — A Retail Banking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 single-agent banking customer-service assistant. You learn the four fields that define every ADK agent and see how the instruction alone shapes tone, scope and refusals.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basic_agent — a Gemini-powered banking assistant that answers general banking questions and refuses to handle PINs, OTPs or full account numbers.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Gemini 2.0 Flash, adk run, adk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Your First ADK Agent — A Retail Banking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agent answers general banking questions helpfully but declines to disclose or request a PIN, OTP or full account number, and the Events tab shows one LLM call per turn.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Give an Agent Tools — Live Weather and Web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Add two Python function tools to an agent: a live OpenWeather lookup and a Tavily web search. You see how the docstring and type hints become the tool contract the model reads.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multi_tools_agent — an agent that decides for itself whether a question needs the weather tool, the search tool, both, or neither.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OpenWeather API, Tavily API, Gemini 2.0 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Give an Agent Tools — Live Weather and Web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weather question produces a get_weather function_call with a live temperature; the news question produces a tavily_search call; the arithmetic question produces no tool call at 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Swap the Model — Running an ADK Agent on a Non-Gemini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the LiteLlm wrapper to point the same agent at an OpenAI model, then compare it with Gemini on the same prompts to judge quality, latency and cost.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agent_model — one agent definition that runs on either Gemini or an OpenAI model by changing a single 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LiteLlm, Gemini 2.0 Flash, OpenAI GPT-4.1-mini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Swap the Model — Running an ADK Agent on a Non-Gemini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same agent runs unchanged on both providers, and you can state which model you would choose for this workload and justify it on quality, latency and cost.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Overview of Agentic AI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/ LO2 — establish a working Gemini ADK development environment.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/ LO3 — define an agent from a model, name, description and instruction.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/ LO3 — extend an agent with custom function tools and evaluate tool selection.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/ LO4 — compare models and assess the trade-offs for an engineering process.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 A Multi Agent App with Gemini ADK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Sessions &amp; state · handoff · sub-agents · workflow agents · guardrails · structured output ·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Build A Multi Agent App with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LLMs are stateless — a Session plus a SessionService is what gives an ADK agent memory across turns.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Runner is the execution engine: it takes a user message, drives the agent loop and streams back Events.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Multi-agent handoff — a root agent with sub_agents transfers control to whichever specialist matches the request.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hierarchical (coordinator) pattern puts a router agent above specialised sub-agents, each with its own instruction and tools.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SequentialAgent runs sub-agents in a fixed order and passes each output forward; ParallelAgent fans them out concurrently.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Build A Multi Agent App with Gemini ADK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Callbacks such as before_model_callback implement guardrails — inspect, block or rewrite a request before it reaches the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output_schema with a Pydantic model forces the agent to emit validated, machine-readable JSON instead of free 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Model Context Protocol (MCP) is an open standard that lets an agent consume tools hosted by an external server over StreamableHTTP or SSE.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Agents can also be declared declaratively in YAML config files instead of Python.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Build A Multi Agent App with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5–7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 an Agent Memory — Sessions, State and the Runner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Inspect the Agent Loop — Events, Tool Calls and Final Responses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Multi-Agent Handoff — Joke Generator to Translator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8–10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Hierarchical Multi-Agent System — The Tutor Agent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Sequential Workflow Agent — Singapore Transport Route Planner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Add a Guardrail — Blocking Unsafe Requests with a Callback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11–12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Structured Output — Forcing Valid JSON with Pydantic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Connect External Tools with MCP — StreamableHTTP and SSE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Give an Agent Memory — Sessions, State and the Runner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Drive an agent programmatically with a Runner and an InMemorySessionService, so the conversation persists across turns instead of restarting on every message.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agent_session — a multi-turn agent that answers follow-up questions using earlier context.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Runner, InMemorySessionService, google.genai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Give an Agent Memory — Sessions, State and the Runner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follow-up 'And what about Osaka?' is understood as a weather question without repeating the word weather — and stops working when the session is removed.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Inspect the Agent Loop — Events, Tool Calls and Final Responses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Stream the Event objects the Runner emits and learn to read an agent trace: which event carries the tool call, which carries the tool result, and which is the final response.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agent_interact — an instrumented agent that prints every event in its reasoning loop.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Runner, Events API, InMemorySessionService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Inspect the Agent Loop — Events, Tool Calls and Final Responses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point to the function_call, the function_response and the final response in the trace, and state the number of LLM round-trips the turn consumed.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Multi-Agent Handoff — Joke Generator to Translator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a three-level agent hierarchy where a root agent hands off to a joke generator, which in turn hands off to a translator. This is the core ADK delegation pattern.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agent_handoff — a root agent that produces an English joke and its Chinese translation through two automatic handoffs.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sub_agents, Gemini 2.0 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Multi-Agent Handoff — Joke Generator to Translator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One 'Tell me a joke' request yields an English joke followed by a Chinese translation, and the Events tab shows two transfer_to_agent calls.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Hierarchical Multi-Agent System — The Tutor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a tutoring system where one root agent routes each question to a maths, physics or history specialist, each with its own instruction and teaching style.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tutor_agent — a coordinator with three subject specialists that routes by topic.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sub_agents, coordinator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Hierarchical Multi-Agent System — The Tutor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subject question is answered by the matching specialist, visible as a transfer_to_agent event, and your new fourth specialist is routed to correctly.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Sequential Workflow Agent — Singapore Transport Route Planner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Chain three agents in a fixed order — collect the journey, research cross-country options, then produce a full route report — using SequentialAgent with the google_search tool.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transport_agent — a sequential pipeline producing a route report by MRT, bus, taxi, cycling and walking.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SequentialAgent, LlmAgent, google_search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Sequential Workflow Agent — Singapore Transport Route Planner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single journey request produces one report containing all five transport modes plus a recommended fastest route, with the three stages visible in order in the Events tab.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 Guardrail — Blocking Unsafe Requests with a Callback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before_model_callback to inspect every user message before it reaches the LLM, block requests containing a forbidden keyword, and record the block in session state.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agent_guardrail — a tool-using agent that intercepts and refuses blocked requests without ever calling the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before_model_callback, CallbackContext, LlmRequest, LlmResponse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 Guardrail — Blocking Unsafe Requests with a Callback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blocked keyword returns the refusal message with no model call in the trace, while normal requests still work — and your added keyword is blocked too.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Structured Output — Forcing Valid JSON with Pydantic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Attach a Pydantic output_schema so the agent returns a validated Recipe object with typed fields instead of free-form prose that a downstream system cannot parse.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agent_structured_output — an agent whose every reply is schema-valid JSON.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Pydantic BaseModel, output_schema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Structured Output — Forcing Valid JSON with Pydantic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response parses as JSON matching the Recipe schema, cooking_time is an integer, and your added difficulty field is populated.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Connect External Tools with MCP — StreamableHTTP and SSE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Connect an ADK agent to a remote MCP server so it can use tools it does not own, using both the StreamableHTTP and SSE transports.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agent_mcp and agent_mcp_sse — agents whose toolset is discovered at runtime from an MCP server.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McpToolset, StreamableHTTPConnectionParams, SseConnectionParams, n8n MCP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Connect External Tools with MCP — StreamableHTTP and SSE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agent prints the tools discovered from the MCP server and successfully invokes one; changing the server URL changes the toolset with no code edit.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Build A Multi Agent App with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implement session management so an agent remembers earlier turns.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/ LO4 — analyse the agent execution loop and evaluate its behaviour.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implement agent-to-agent delegation with sub_agents.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design a coordinator agent routing to specialised sub-agents.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/ LO2 — orchestrate a fixed multi-stage pipeline with SequentialAgent.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/ LO4 — implement and evaluate a safety guardrail on an agent.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 Agentic AI RAG in Gemini ADK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RAG pipeline · loading &amp; splitting · embeddings · vector stores · retrieval · grounded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Build Agentic AI RAG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Retrieval Augmented Generation (RAG) grounds an LLM in your own documents, reducing hallucination and keeping answers current.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RAG pipeline is: load → split → embed → store → retrieve → generate.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Loaders convert PDF, HTML, CSV, Word and web sources into a common document object.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Splitting breaks documents into chunks small enough to embed and retrieve precisely, with overlap to preserve context.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embedding maps text to a dense vector so that semantically similar text sits close together in vector space.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Build Agentic AI RAG in Gemini ADK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vector database (Chroma, FAISS, Pinecone, Milvus) stores embeddings and answers nearest-neighbour similarity queries.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Similarity search returns the closest chunks; Maximum Marginal Relevance (MMR) trades a little similarity for diversity.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 ADK, retrieval is wrapped as a tool so the agent decides when to consult the knowledge base.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RAG performance is evaluated on retrieval quality, groundedness/faithfulness, answer relevance and latency.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Build Agentic AI RAG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13–13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Load, Split and Embed Documents into a Vector Store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14–14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the Agentic RAG Agent — Retrieval as a Tool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15–15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Evaluate RAG Performance — Retrieval Quality and Groundedness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Load, Split and Embed Documents into a Vector 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Take two product PDFs, extract their text, split it into retrievable chunks with page metadata, embed them and persist the vectors in a local Chroma database.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persistent Chroma collection holding the chunked and embedded air-fryer product and warranty manuals.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ChromaDB, pypdf, google-adk, Gemini embeddings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Load, Split and Embed Documents into a Vector 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agent_rag/chroma_db exists and contains a populated air_fryer_docs collection, and you can state how the chunking rule changed the number of stored chunks.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Agentic RAG Agent — Retrieval as a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Complete the RAG loop: expose the vector search as an ADK tool, let the agent decide when to retrieve, and require it to cite the source document and page.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agent_rag — a grounded question-answering agent over the air-fryer manuals with citations.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ChromaDB, similarity search, Gemini 2.0 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Agentic RAG Agent — Retrieval as a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Both document questions are answered with the correct source and page cited, the out-of-scope question is refused rather than hallucinated, and you can see the retrieved chunks.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RAG Performance — Retrieval Quality and Groundedness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a small evaluation set and score your RAG agent on retrieval hit rate, groundedness, answer relevance and latency, then tune one parameter and measure the improvement.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completed RAG evaluation table with a before-and-after comparison for one tuned parameter.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agent_rag, ChromaDB, similarity search vs MMR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RAG Performance — Retrieval Quality and Groundedness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completed evaluation table with before-and-after figures for retrieval hit rate, groundedness and latency, plus a written, evidence-based tuning recommendation.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Build Agentic AI RAG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— build the ingestion half of a RAG pipeline and inspect the embeddings.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/ LO3 — wrap retrieval as a tool so the agent grounds its answers in your documents.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— evaluate the performance effectiveness of a RAG implementation.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 an Agentic AI App with Gemini Agent ADK and Streamlit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From agent to product · Streamlit chat UI · async Runner · deployment &amp; 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Build an Agentic AI App with Gemini Agent ADK and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production agent app needs a user interface, session handling, error handling and API-key management.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Streamlit turns a Python script into a web app, making it the fastest route from an ADK agent to a usable product.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st.session_state persists the ADK SessionService and the chat history across Streamlit re-runs.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Build an Agentic AI App with Gemini Agent ADK and Streamlit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ADK Runner is async, so a Streamlit app drives it through asyncio.run() inside the request handler.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Secrets belong in .env and never in source control or in the repository you push to GitHub.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Assessing feasibility means weighing accuracy, latency, token cost, maintainability and governance against the business benefit.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Build an Agentic AI App with Gemini Agent ADK and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16–16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Declarative Agents — Configuring a Multi-Agent System in YAML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17–17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Ship the Agent as a Web App with Streamlit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18–18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Capstone — Design, Build and Assess Your Own Multi-Agent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Declarative Agents — Configuring a Multi-Agent System in YAML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Define a five-specialist transport assistant entirely in YAML config files, with no Python agent code, and assess what this buys you for maintainability and governance.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transport_agent_yaml — a root agent with MRT, bus, taxi, bike and walk specialists, all declared in YAML.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 YAML config, LlmAgent, Gemini 2.5 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Declarative Agents — Configuring a Multi-Agent System in YAML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five specialists route correctly, and your sixth agent works after editing YAML only — no Python file was modified.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Ship the Agent as a Web App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Wrap the sequential transport agent in a Streamlit chat UI, wiring the async ADK Runner and persisting the session across Streamlit re-runs so the conversation survives.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transport_agent_streamlit — a browser chat application backed by the multi-agent transport workflow.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Streamlit, google-adk Runner, InMemorySessionService, asyncio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Ship the Agent as a Web App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Streamlit app answers a journey query, retains history across follow-up turns, and your Clear chat button empties the conversation without restarting the server.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 — Design, Build and Assess Your Own Multi-Agent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In groups of three to five, design and build a multi-agent ADK application for a use case in your own industry, then present it with a feasibility assessment.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working multi-agent application with at least three agents, at least two tools, session memory and a documented feasibility assessment.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sub_agents or SequentialAgent, custom tools, optional RAG and Streamlit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 — Design, Build and Assess Your Own Multi-Agent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running application with three or more agents and two or more tools, demonstrated live, plus a feasibility assessment stating whether you would recommend production deployment and on what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Build an Agentic AI App with Gemini Agent ADK and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/ LO3 — separate agent configuration from code to improve maintainability.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deploy a multi-agent system behind a usable chat interface.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/ LO2 / LO3 / LO4 — design a multi-agent solution and assess its feasibility.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Analysed LLM applications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Explained how LLMs work and identified Generative AI use cases across finance, marketing, education, healthcare and legal.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Established Gemini designs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Chose Gemini models and tuned parameters, and assessed the improvements agents bring to engineering processes.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Developed LLM applications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single agents, tool-using agents, multi-agent handoff, sequential workflows, guardrails, structured output and MCP integrations.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LO4 · Evaluated RAG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an agentic RAG pipeline over your own PDFs and measured retrieval hit rate, groundedness and latency.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Continue Your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Official ADK docs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https://google.github.io/adk-docs/ — the reference for every ADK class and pattern.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Google AI Studio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https://aistudio.google.com — prototype prompts and manage your API keys.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Rebuild the labs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Redo each lab from a blank file until the agent pattern is automatic.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Extend the capstone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 RAG, a guardrail and a Streamlit UI to your own multi-agent application.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Deploy 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Take your agent to Cloud Run or Vertex AI Agent Engine for production use.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Share 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 your agent to GitHub and gather feedback from real users.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CONTINUE WITH TERTIARY INFOTECH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Develop Generative AI Solutions with Azure OpenAI Service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Mastering Prompt Engineering for Generative AI Content Creation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Build LLM Applications Using Langchain and Flowise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Digital Transformation and Business Innovation with Generative AI (GenAI)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Practical Image Generation Using GAN, VAE, and Diffusion Models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WE'RE HERE TO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If you have any enquiries during or after the class, you can contact us below.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Email: enquiry@tertiaryinfotech.com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Tel: +65 6100 0613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Website: www.tertiarycourses.com.sg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LMS / TMS: https://lms-tms.tertiaryinfotech.com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Written Assessment (SAQ)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 · short-answer knowledge questions.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 · hands-on Gemini ADK agent build tasks.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Digital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Remember to take the Assessment digital attendance (TRAQOM) before you start.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Submit on the LMS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Upload your completed answers at https://lms-tms.tertiaryinfotech.com/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 times a day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AM, PM and Assessment digital attendance — mandatory for every WSQ-funded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Trainer shows the QR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digital attendance QR code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design, build and evaluate multi-agent AI applications with the Gemini Agent Development Kit.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